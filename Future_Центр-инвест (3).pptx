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65" r:id="rId3"/>
    <p:sldId id="258" r:id="rId4"/>
    <p:sldId id="259" r:id="rId5"/>
    <p:sldId id="260" r:id="rId6"/>
    <p:sldId id="261" r:id="rId7"/>
    <p:sldId id="264" r:id="rId8"/>
    <p:sldId id="263" r:id="rId9"/>
    <p:sldId id="262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48" d="100"/>
          <a:sy n="48" d="100"/>
        </p:scale>
        <p:origin x="48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0621BF-EC9A-4E26-862B-2B2F7E224A71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F5372-2A2F-4CEB-8DCF-A7AEAA91BB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757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DF5372-2A2F-4CEB-8DCF-A7AEAA91BBA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813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03E9F-97D7-2721-A367-B5CAA8790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0BAC102-A0BF-200D-71DD-0AAA528B8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FC73D5-990A-7D64-9F41-397404002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5BE9-D226-4F23-B99B-6734AB550239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475A1C-6EB4-1CDD-654E-A9B3FCCA3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1E8906-60AC-E59A-1CD4-196CC3970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4C892-C0C4-4FA1-85DF-295133569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9825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4AC862-1645-4D54-F0A8-4405B03F1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576FEB-B941-8FA7-14A7-8ECB04BE9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EC955E-8278-34DC-3440-330617AFB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5BE9-D226-4F23-B99B-6734AB550239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CDA6E8-C452-EDDF-B8BF-1E20394FF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FB0EAC-FF39-256A-4E77-EEA36E67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4C892-C0C4-4FA1-85DF-295133569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915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C85923-98AA-16A0-DF80-EAE20C07C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B44488-927B-067D-2FF6-A2E8E2B56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911071-9740-EFAD-9FF0-AFB4D4E64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5BE9-D226-4F23-B99B-6734AB550239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DAE355-DFDA-D8DB-2497-09D90ADB6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6D320A-D597-F65E-B239-CCB1DABC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4C892-C0C4-4FA1-85DF-295133569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230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742BD4-5FCE-963E-9028-2CA315F0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6CD7B8-9462-8C68-FE91-A2563DE035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5A188B-EFAB-29B1-BBB4-48EE9E0A7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CC213F-7E98-FC88-F576-5CC47036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5BE9-D226-4F23-B99B-6734AB550239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F5BD93-E187-5B6A-A0FD-C5E42C24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784EBC-A6D7-4875-0E99-6EB3686F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4C892-C0C4-4FA1-85DF-295133569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510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2EB96E-67CC-884A-CA89-1C52F9143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136E74-FCE7-8743-A6A3-41A6D0E51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00C284-6D16-53CD-7BE7-59420A541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B4C196C-4C49-1BE7-A53D-3E96C9A626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06DDAA9-FF12-7D6F-D3A7-0E30D9DEC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11E9CB9-7BC8-31EE-1314-E6118AE34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5BE9-D226-4F23-B99B-6734AB550239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8EE1C2E-0244-FFEB-BE62-F7F2E018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C51BFFF-CA32-0908-027C-3C43ACB0E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4C892-C0C4-4FA1-85DF-295133569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60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64B66-A2BC-BE1B-C0EE-C56341586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A7FD7E-2AD5-2DAF-750D-D5F49B05F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5BE9-D226-4F23-B99B-6734AB550239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7692ACC-321E-1D9B-2C39-537452F0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0956AF-FFE0-2DAB-D513-DFB61938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4C892-C0C4-4FA1-85DF-295133569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7627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88E6BD2-D1C8-0B83-859E-F2D066382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5BE9-D226-4F23-B99B-6734AB550239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022F43F-5628-F168-1DE1-4E0A4A2B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573B1F-0E09-1B8C-24AA-5FB251FD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4C892-C0C4-4FA1-85DF-295133569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629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E76FBC-1E65-3B68-ADA8-DD271D7CC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9DDAEF-C50F-493F-D1F2-2512635BD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1137F0-B39D-377A-4D0F-D7EAB9EB6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4B069E-89E2-0872-3AD9-E2FA73B7A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5BE9-D226-4F23-B99B-6734AB550239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0D89F9-3904-D3BF-A556-372F3FF52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C18112-ED7F-43D7-560A-C56660D1D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4C892-C0C4-4FA1-85DF-295133569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846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5B4633-DEE2-3190-8B78-EAF141E13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399E97E-856D-E2C1-1DFB-137437BBF0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CBF219-FE51-67B8-E430-D6810AB71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73A27F-1CB1-822B-829F-1DC7419E3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5BE9-D226-4F23-B99B-6734AB550239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300F0D-9E53-0888-B9AC-255AAA88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C75B37-8E45-B4FD-01C5-09F36D0C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4C892-C0C4-4FA1-85DF-295133569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51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D384AE-1859-01F8-4971-FA0FB62D8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07D3BC-B1F7-83A4-B4D1-64F28E1B0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36C96F-1C59-A2C0-A08B-A1CF5B3E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5BE9-D226-4F23-B99B-6734AB550239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7180E0-DE20-E2EC-BC2C-48FE9157E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A059F2-A6C8-D7EF-58F0-5F8AF64EA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4C892-C0C4-4FA1-85DF-295133569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60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2518C51-B781-A9A2-8C9D-FCF0FCB46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F5BD57B-3F3B-9919-EB44-711BBC71C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5215C8-EEF4-B770-8BA0-68C808824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5BE9-D226-4F23-B99B-6734AB550239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393F7A-7D33-D2FE-44D6-9126F5322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C37F29-F6E8-FF2E-E0B7-8D73CD90D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4C892-C0C4-4FA1-85DF-295133569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360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117ECF-561F-4E29-A51D-48FCA53A7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5D9F71-5399-BC40-17E8-18657C92D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8CB876-773C-7797-FDB9-316805A82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9D5BE9-D226-4F23-B99B-6734AB550239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D20FF6-6642-08F9-149E-560D156F1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8C2A36-0334-A3DE-EE5F-43EA2FD05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4C892-C0C4-4FA1-85DF-295133569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159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umanhack.dmitryx.ru/" TargetMode="External"/><Relationship Id="rId2" Type="http://schemas.openxmlformats.org/officeDocument/2006/relationships/hyperlink" Target="https://goo.su/D2M24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F0CBB3E-505E-BB42-2700-B10E53980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61141" y="-204952"/>
            <a:ext cx="12927724" cy="726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66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Человеческое лицо, одежда, женщина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2BA6D63-6CE1-9CA8-64BB-114709CA6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606"/>
            <a:ext cx="12192000" cy="610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10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E5DE0D5-2313-A994-85F7-B587987F1511}"/>
              </a:ext>
            </a:extLst>
          </p:cNvPr>
          <p:cNvSpPr txBox="1"/>
          <p:nvPr/>
        </p:nvSpPr>
        <p:spPr>
          <a:xfrm>
            <a:off x="-6210300" y="3244334"/>
            <a:ext cx="1226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BF46D2FA-A9A3-658C-2849-42590999C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16923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Овал 13">
            <a:extLst>
              <a:ext uri="{FF2B5EF4-FFF2-40B4-BE49-F238E27FC236}">
                <a16:creationId xmlns:a16="http://schemas.microsoft.com/office/drawing/2014/main" id="{705A063E-29EE-6342-1BA9-7115F8D87F93}"/>
              </a:ext>
            </a:extLst>
          </p:cNvPr>
          <p:cNvSpPr/>
          <p:nvPr/>
        </p:nvSpPr>
        <p:spPr>
          <a:xfrm>
            <a:off x="5451230" y="-351693"/>
            <a:ext cx="3868616" cy="299825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547ED1E-B803-DC0E-D8B8-0F40C268A1A9}"/>
              </a:ext>
            </a:extLst>
          </p:cNvPr>
          <p:cNvSpPr/>
          <p:nvPr/>
        </p:nvSpPr>
        <p:spPr>
          <a:xfrm>
            <a:off x="5908432" y="1991126"/>
            <a:ext cx="4126523" cy="315646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9B0CA90-CD08-55D9-E08D-1C2C4F34603C}"/>
              </a:ext>
            </a:extLst>
          </p:cNvPr>
          <p:cNvSpPr/>
          <p:nvPr/>
        </p:nvSpPr>
        <p:spPr>
          <a:xfrm>
            <a:off x="6359771" y="4288268"/>
            <a:ext cx="4126523" cy="342905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6" name="Picture 4" descr="Пин содержит: делаю клац клац клац">
            <a:extLst>
              <a:ext uri="{FF2B5EF4-FFF2-40B4-BE49-F238E27FC236}">
                <a16:creationId xmlns:a16="http://schemas.microsoft.com/office/drawing/2014/main" id="{7DB68EA4-674C-1864-7B1A-DE9DE1A92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077" y="3770526"/>
            <a:ext cx="3508956" cy="3508956"/>
          </a:xfrm>
          <a:prstGeom prst="rect">
            <a:avLst/>
          </a:prstGeom>
          <a:noFill/>
          <a:effectLst>
            <a:outerShdw blurRad="279400" dist="38100" dir="9840000" sx="103000" sy="103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E52C835-B5F0-A5F9-4975-2C19CD46ED89}"/>
              </a:ext>
            </a:extLst>
          </p:cNvPr>
          <p:cNvSpPr txBox="1"/>
          <p:nvPr/>
        </p:nvSpPr>
        <p:spPr>
          <a:xfrm>
            <a:off x="7169644" y="2097608"/>
            <a:ext cx="26933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  <a:latin typeface="Aptos Light" panose="020B0004020202020204" pitchFamily="34" charset="0"/>
              </a:rPr>
              <a:t>•Каталог проектов</a:t>
            </a:r>
            <a:br>
              <a:rPr lang="ru-RU" sz="2400" dirty="0">
                <a:effectLst/>
                <a:latin typeface="Aptos Light" panose="020B0004020202020204" pitchFamily="34" charset="0"/>
              </a:rPr>
            </a:br>
            <a:r>
              <a:rPr lang="ru-RU" sz="2400" dirty="0">
                <a:effectLst/>
                <a:latin typeface="Aptos Light" panose="020B0004020202020204" pitchFamily="34" charset="0"/>
              </a:rPr>
              <a:t>•Личный кабинет</a:t>
            </a:r>
            <a:br>
              <a:rPr lang="ru-RU" sz="2400" dirty="0">
                <a:effectLst/>
                <a:latin typeface="Aptos Light" panose="020B0004020202020204" pitchFamily="34" charset="0"/>
              </a:rPr>
            </a:br>
            <a:r>
              <a:rPr lang="ru-RU" sz="2400" dirty="0">
                <a:effectLst/>
                <a:latin typeface="Aptos Light" panose="020B0004020202020204" pitchFamily="34" charset="0"/>
              </a:rPr>
              <a:t>•Геймификация</a:t>
            </a:r>
            <a:br>
              <a:rPr lang="ru-RU" sz="2400" dirty="0">
                <a:effectLst/>
                <a:latin typeface="Aptos Light" panose="020B0004020202020204" pitchFamily="34" charset="0"/>
              </a:rPr>
            </a:br>
            <a:r>
              <a:rPr lang="ru-RU" sz="2400" dirty="0">
                <a:effectLst/>
                <a:latin typeface="Aptos Light" panose="020B0004020202020204" pitchFamily="34" charset="0"/>
              </a:rPr>
              <a:t>•Интерфейс</a:t>
            </a:r>
            <a:endParaRPr lang="ru-RU" sz="2400" dirty="0">
              <a:latin typeface="Aptos Light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954D6C-31BF-9ED6-8D5F-C59547EBDBE4}"/>
              </a:ext>
            </a:extLst>
          </p:cNvPr>
          <p:cNvSpPr txBox="1"/>
          <p:nvPr/>
        </p:nvSpPr>
        <p:spPr>
          <a:xfrm>
            <a:off x="5908432" y="832932"/>
            <a:ext cx="45778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effectLst/>
                <a:latin typeface="Aptos Light" panose="020B0004020202020204" pitchFamily="34" charset="0"/>
              </a:rPr>
              <a:t>Основные задачи</a:t>
            </a:r>
            <a:endParaRPr lang="ru-RU" sz="4000" dirty="0">
              <a:latin typeface="Aptos Light" panose="020B0004020202020204" pitchFamily="34" charset="0"/>
            </a:endParaRP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A8F68EC-CB35-1B70-8160-5154B196F3D4}"/>
              </a:ext>
            </a:extLst>
          </p:cNvPr>
          <p:cNvSpPr/>
          <p:nvPr/>
        </p:nvSpPr>
        <p:spPr>
          <a:xfrm>
            <a:off x="9863020" y="172720"/>
            <a:ext cx="2160952" cy="660212"/>
          </a:xfrm>
          <a:prstGeom prst="roundRect">
            <a:avLst/>
          </a:prstGeom>
          <a:solidFill>
            <a:srgbClr val="367E08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2D07700A-74C7-FE02-A26B-9953D51764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76708" y="198028"/>
            <a:ext cx="1933575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550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5DCEC4C-5FDF-4542-D75E-DDA690095F9E}"/>
              </a:ext>
            </a:extLst>
          </p:cNvPr>
          <p:cNvSpPr txBox="1"/>
          <p:nvPr/>
        </p:nvSpPr>
        <p:spPr>
          <a:xfrm>
            <a:off x="6513788" y="365125"/>
            <a:ext cx="4840010" cy="1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>
                <a:latin typeface="+mj-lt"/>
                <a:ea typeface="+mj-ea"/>
                <a:cs typeface="+mj-cs"/>
              </a:rPr>
              <a:t>Список реализованных возможностей</a:t>
            </a: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98403C87-E6B7-93DC-E56D-C9D4EE697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7" r="34146" b="1"/>
          <a:stretch/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1AF14D-C0FE-594C-4FBE-6D6B8C13369F}"/>
              </a:ext>
            </a:extLst>
          </p:cNvPr>
          <p:cNvSpPr txBox="1"/>
          <p:nvPr/>
        </p:nvSpPr>
        <p:spPr>
          <a:xfrm>
            <a:off x="6513788" y="2878266"/>
            <a:ext cx="4840010" cy="18073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Реализована возможность регистрации и авторизации пользователя, создания организации и проекта в данной организации.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 Есть возможность поддержать проект и стать его участником. </a:t>
            </a:r>
          </a:p>
        </p:txBody>
      </p:sp>
    </p:spTree>
    <p:extLst>
      <p:ext uri="{BB962C8B-B14F-4D97-AF65-F5344CB8AC3E}">
        <p14:creationId xmlns:p14="http://schemas.microsoft.com/office/powerpoint/2010/main" val="157268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3229FD9-EA3D-0FD8-646D-C09FB0E6F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01" b="1"/>
          <a:stretch/>
        </p:blipFill>
        <p:spPr>
          <a:xfrm>
            <a:off x="7967351" y="-1"/>
            <a:ext cx="4224651" cy="3346705"/>
          </a:xfrm>
          <a:custGeom>
            <a:avLst/>
            <a:gdLst/>
            <a:ahLst/>
            <a:cxnLst/>
            <a:rect l="l" t="t" r="r" b="b"/>
            <a:pathLst>
              <a:path w="4224651" h="3346705">
                <a:moveTo>
                  <a:pt x="1549963" y="0"/>
                </a:moveTo>
                <a:lnTo>
                  <a:pt x="1555540" y="0"/>
                </a:lnTo>
                <a:lnTo>
                  <a:pt x="2621768" y="0"/>
                </a:lnTo>
                <a:lnTo>
                  <a:pt x="4224651" y="0"/>
                </a:lnTo>
                <a:lnTo>
                  <a:pt x="4224651" y="3346705"/>
                </a:lnTo>
                <a:lnTo>
                  <a:pt x="0" y="3346705"/>
                </a:lnTo>
                <a:close/>
              </a:path>
            </a:pathLst>
          </a:custGeom>
        </p:spPr>
      </p:pic>
      <p:pic>
        <p:nvPicPr>
          <p:cNvPr id="5" name="Рисунок 4" descr="Изображение выглядит как текст, снимок экрана, Шрифт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586207A-0F11-BA61-E277-2F1C4116C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4065"/>
          <a:stretch/>
        </p:blipFill>
        <p:spPr>
          <a:xfrm>
            <a:off x="4493434" y="243"/>
            <a:ext cx="7698564" cy="3346705"/>
          </a:xfrm>
          <a:custGeom>
            <a:avLst/>
            <a:gdLst/>
            <a:ahLst/>
            <a:cxnLst/>
            <a:rect l="l" t="t" r="r" b="b"/>
            <a:pathLst>
              <a:path w="7698564" h="3346705">
                <a:moveTo>
                  <a:pt x="1549963" y="0"/>
                </a:moveTo>
                <a:lnTo>
                  <a:pt x="1555540" y="0"/>
                </a:lnTo>
                <a:lnTo>
                  <a:pt x="2621768" y="0"/>
                </a:lnTo>
                <a:lnTo>
                  <a:pt x="4832507" y="0"/>
                </a:lnTo>
                <a:lnTo>
                  <a:pt x="3282657" y="3346461"/>
                </a:lnTo>
                <a:lnTo>
                  <a:pt x="7698564" y="3346461"/>
                </a:lnTo>
                <a:lnTo>
                  <a:pt x="7698564" y="3346705"/>
                </a:lnTo>
                <a:lnTo>
                  <a:pt x="0" y="3346705"/>
                </a:lnTo>
                <a:close/>
              </a:path>
            </a:pathLst>
          </a:custGeom>
        </p:spPr>
      </p:pic>
      <p:pic>
        <p:nvPicPr>
          <p:cNvPr id="7" name="Рисунок 6" descr="Изображение выглядит как текст, снимок экрана, программное обеспечение, веб-страниц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32B544D-FC19-CF20-1B71-3D2DBC1A57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" r="-3" b="-3"/>
          <a:stretch/>
        </p:blipFill>
        <p:spPr>
          <a:xfrm>
            <a:off x="20" y="10"/>
            <a:ext cx="5859777" cy="3346695"/>
          </a:xfrm>
          <a:custGeom>
            <a:avLst/>
            <a:gdLst/>
            <a:ahLst/>
            <a:cxnLst/>
            <a:rect l="l" t="t" r="r" b="b"/>
            <a:pathLst>
              <a:path w="5859797" h="3346705">
                <a:moveTo>
                  <a:pt x="0" y="0"/>
                </a:moveTo>
                <a:lnTo>
                  <a:pt x="5859797" y="0"/>
                </a:lnTo>
                <a:lnTo>
                  <a:pt x="4309834" y="3346705"/>
                </a:lnTo>
                <a:lnTo>
                  <a:pt x="4304257" y="3346705"/>
                </a:lnTo>
                <a:lnTo>
                  <a:pt x="3238029" y="3346705"/>
                </a:lnTo>
                <a:lnTo>
                  <a:pt x="0" y="3346705"/>
                </a:lnTo>
                <a:close/>
              </a:path>
            </a:pathLst>
          </a:custGeom>
        </p:spPr>
      </p:pic>
      <p:pic>
        <p:nvPicPr>
          <p:cNvPr id="13" name="Рисунок 12" descr="Изображение выглядит как текст, снимок экрана, программное обеспечение, Операционная систе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219DF40-038E-0E31-0236-F8D0F37285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" r="-3" b="-3"/>
          <a:stretch/>
        </p:blipFill>
        <p:spPr>
          <a:xfrm>
            <a:off x="6350090" y="3511295"/>
            <a:ext cx="5841911" cy="3346705"/>
          </a:xfrm>
          <a:custGeom>
            <a:avLst/>
            <a:gdLst/>
            <a:ahLst/>
            <a:cxnLst/>
            <a:rect l="l" t="t" r="r" b="b"/>
            <a:pathLst>
              <a:path w="5841911" h="3346705">
                <a:moveTo>
                  <a:pt x="1549963" y="0"/>
                </a:moveTo>
                <a:lnTo>
                  <a:pt x="1555540" y="0"/>
                </a:lnTo>
                <a:lnTo>
                  <a:pt x="2621768" y="0"/>
                </a:lnTo>
                <a:lnTo>
                  <a:pt x="5841911" y="0"/>
                </a:lnTo>
                <a:lnTo>
                  <a:pt x="5841911" y="3346705"/>
                </a:lnTo>
                <a:lnTo>
                  <a:pt x="0" y="3346705"/>
                </a:lnTo>
                <a:close/>
              </a:path>
            </a:pathLst>
          </a:custGeom>
        </p:spPr>
      </p:pic>
      <p:pic>
        <p:nvPicPr>
          <p:cNvPr id="11" name="Рисунок 10" descr="Изображение выглядит как текст, снимок экрана, программное обеспечение, веб-страниц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6B4DED2-E206-0918-A2F7-AC19191F2E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02" r="524" b="3"/>
          <a:stretch/>
        </p:blipFill>
        <p:spPr>
          <a:xfrm>
            <a:off x="2861892" y="3511296"/>
            <a:ext cx="4836673" cy="3346705"/>
          </a:xfrm>
          <a:custGeom>
            <a:avLst/>
            <a:gdLst/>
            <a:ahLst/>
            <a:cxnLst/>
            <a:rect l="l" t="t" r="r" b="b"/>
            <a:pathLst>
              <a:path w="4836673" h="3346705">
                <a:moveTo>
                  <a:pt x="1549963" y="0"/>
                </a:moveTo>
                <a:lnTo>
                  <a:pt x="4836673" y="0"/>
                </a:lnTo>
                <a:lnTo>
                  <a:pt x="3286710" y="3346705"/>
                </a:lnTo>
                <a:lnTo>
                  <a:pt x="3281133" y="3346705"/>
                </a:lnTo>
                <a:lnTo>
                  <a:pt x="2214905" y="3346705"/>
                </a:lnTo>
                <a:lnTo>
                  <a:pt x="0" y="3346705"/>
                </a:lnTo>
                <a:close/>
              </a:path>
            </a:pathLst>
          </a:custGeom>
        </p:spPr>
      </p:pic>
      <p:pic>
        <p:nvPicPr>
          <p:cNvPr id="9" name="Рисунок 8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0A2EF0B-1C52-960B-319E-C17E31ED18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48" b="-1"/>
          <a:stretch/>
        </p:blipFill>
        <p:spPr>
          <a:xfrm>
            <a:off x="-3" y="3511295"/>
            <a:ext cx="4213642" cy="3346705"/>
          </a:xfrm>
          <a:custGeom>
            <a:avLst/>
            <a:gdLst/>
            <a:ahLst/>
            <a:cxnLst/>
            <a:rect l="l" t="t" r="r" b="b"/>
            <a:pathLst>
              <a:path w="4213642" h="3346705">
                <a:moveTo>
                  <a:pt x="0" y="0"/>
                </a:moveTo>
                <a:lnTo>
                  <a:pt x="4213642" y="0"/>
                </a:lnTo>
                <a:lnTo>
                  <a:pt x="2663679" y="3346705"/>
                </a:lnTo>
                <a:lnTo>
                  <a:pt x="2658102" y="3346705"/>
                </a:lnTo>
                <a:lnTo>
                  <a:pt x="1591874" y="3346705"/>
                </a:lnTo>
                <a:lnTo>
                  <a:pt x="0" y="334670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91640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9CF2150-B416-9BFF-E1BB-AE915C1EA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39293" y="57150"/>
            <a:ext cx="4163786" cy="6800850"/>
          </a:xfrm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4100" b="1" dirty="0">
                <a:latin typeface="Aptos Light" panose="020B0004020202020204" pitchFamily="34" charset="0"/>
              </a:rPr>
              <a:t>Frontend D-1</a:t>
            </a:r>
            <a:endParaRPr lang="en-US" sz="4100" dirty="0"/>
          </a:p>
          <a:p>
            <a:pPr marL="0" indent="0">
              <a:lnSpc>
                <a:spcPct val="160000"/>
              </a:lnSpc>
              <a:buNone/>
            </a:pPr>
            <a:r>
              <a:rPr lang="ru-RU" sz="4100" dirty="0">
                <a:latin typeface="Aptos Light" panose="020B0004020202020204" pitchFamily="34" charset="0"/>
              </a:rPr>
              <a:t>Задачи:</a:t>
            </a:r>
          </a:p>
          <a:p>
            <a:pPr>
              <a:lnSpc>
                <a:spcPct val="160000"/>
              </a:lnSpc>
            </a:pPr>
            <a:r>
              <a:rPr lang="ru-RU" sz="4100" dirty="0">
                <a:latin typeface="Aptos Light" panose="020B0004020202020204" pitchFamily="34" charset="0"/>
              </a:rPr>
              <a:t>Реализует клиентскую часть:</a:t>
            </a:r>
          </a:p>
          <a:p>
            <a:pPr>
              <a:lnSpc>
                <a:spcPct val="160000"/>
              </a:lnSpc>
            </a:pPr>
            <a:r>
              <a:rPr lang="ru-RU" sz="4100" dirty="0">
                <a:latin typeface="Aptos Light" panose="020B0004020202020204" pitchFamily="34" charset="0"/>
              </a:rPr>
              <a:t>Главная страница</a:t>
            </a:r>
          </a:p>
          <a:p>
            <a:pPr>
              <a:lnSpc>
                <a:spcPct val="160000"/>
              </a:lnSpc>
            </a:pPr>
            <a:r>
              <a:rPr lang="ru-RU" sz="4100" dirty="0">
                <a:latin typeface="Aptos Light" panose="020B0004020202020204" pitchFamily="34" charset="0"/>
              </a:rPr>
              <a:t>Каталог проектов</a:t>
            </a:r>
          </a:p>
          <a:p>
            <a:pPr>
              <a:lnSpc>
                <a:spcPct val="160000"/>
              </a:lnSpc>
            </a:pPr>
            <a:r>
              <a:rPr lang="ru-RU" sz="4100" dirty="0">
                <a:latin typeface="Aptos Light" panose="020B0004020202020204" pitchFamily="34" charset="0"/>
              </a:rPr>
              <a:t>Страница проекта</a:t>
            </a:r>
            <a:endParaRPr lang="en-US" sz="4100" dirty="0">
              <a:latin typeface="Aptos Light" panose="020B0004020202020204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endParaRPr lang="en-US" sz="4100" dirty="0">
              <a:latin typeface="Aptos Light" panose="020B0004020202020204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4100" b="1" dirty="0">
                <a:latin typeface="Aptos Light" panose="020B0004020202020204" pitchFamily="34" charset="0"/>
              </a:rPr>
              <a:t>Frontend D-2</a:t>
            </a:r>
          </a:p>
          <a:p>
            <a:pPr>
              <a:lnSpc>
                <a:spcPct val="160000"/>
              </a:lnSpc>
            </a:pPr>
            <a:r>
              <a:rPr lang="ru-RU" sz="4100" dirty="0">
                <a:latin typeface="Aptos Light" panose="020B0004020202020204" pitchFamily="34" charset="0"/>
              </a:rPr>
              <a:t>Задачи:</a:t>
            </a:r>
          </a:p>
          <a:p>
            <a:pPr>
              <a:lnSpc>
                <a:spcPct val="160000"/>
              </a:lnSpc>
            </a:pPr>
            <a:r>
              <a:rPr lang="ru-RU" sz="4100" dirty="0">
                <a:latin typeface="Aptos Light" panose="020B0004020202020204" pitchFamily="34" charset="0"/>
              </a:rPr>
              <a:t>Личный кабинет + Геймификация:</a:t>
            </a:r>
          </a:p>
          <a:p>
            <a:pPr>
              <a:lnSpc>
                <a:spcPct val="160000"/>
              </a:lnSpc>
            </a:pPr>
            <a:r>
              <a:rPr lang="ru-RU" sz="4100" dirty="0">
                <a:latin typeface="Aptos Light" panose="020B0004020202020204" pitchFamily="34" charset="0"/>
              </a:rPr>
              <a:t>История взносов</a:t>
            </a:r>
          </a:p>
          <a:p>
            <a:pPr>
              <a:lnSpc>
                <a:spcPct val="160000"/>
              </a:lnSpc>
            </a:pPr>
            <a:r>
              <a:rPr lang="ru-RU" sz="4100" dirty="0">
                <a:latin typeface="Aptos Light" panose="020B0004020202020204" pitchFamily="34" charset="0"/>
              </a:rPr>
              <a:t>«Эко-кошелек» с CO₂-графиком</a:t>
            </a:r>
          </a:p>
          <a:p>
            <a:pPr>
              <a:lnSpc>
                <a:spcPct val="160000"/>
              </a:lnSpc>
            </a:pPr>
            <a:r>
              <a:rPr lang="ru-RU" sz="4100" dirty="0" err="1">
                <a:latin typeface="Aptos Light" panose="020B0004020202020204" pitchFamily="34" charset="0"/>
              </a:rPr>
              <a:t>Ачивки</a:t>
            </a:r>
            <a:r>
              <a:rPr lang="ru-RU" sz="4100" dirty="0">
                <a:latin typeface="Aptos Light" panose="020B0004020202020204" pitchFamily="34" charset="0"/>
              </a:rPr>
              <a:t> и бейджи</a:t>
            </a:r>
          </a:p>
          <a:p>
            <a:pPr marL="0" indent="0">
              <a:lnSpc>
                <a:spcPct val="160000"/>
              </a:lnSpc>
              <a:buNone/>
            </a:pPr>
            <a:endParaRPr lang="ru-RU" sz="4100" dirty="0"/>
          </a:p>
          <a:p>
            <a:endParaRPr lang="ru-RU" sz="13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32130F-B7DB-C7B5-1B84-E96E7C212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03079" y="57150"/>
            <a:ext cx="3510742" cy="6800849"/>
          </a:xfrm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3500" b="1" dirty="0">
                <a:latin typeface="Aptos Light" panose="020B0004020202020204" pitchFamily="34" charset="0"/>
              </a:rPr>
              <a:t>Backend D-1</a:t>
            </a:r>
          </a:p>
          <a:p>
            <a:pPr>
              <a:lnSpc>
                <a:spcPct val="170000"/>
              </a:lnSpc>
            </a:pPr>
            <a:r>
              <a:rPr lang="ru-RU" sz="3500" dirty="0">
                <a:latin typeface="Aptos Light" panose="020B0004020202020204" pitchFamily="34" charset="0"/>
              </a:rPr>
              <a:t>Задачи:</a:t>
            </a:r>
          </a:p>
          <a:p>
            <a:pPr>
              <a:lnSpc>
                <a:spcPct val="170000"/>
              </a:lnSpc>
            </a:pPr>
            <a:r>
              <a:rPr lang="ru-RU" sz="3500" dirty="0">
                <a:latin typeface="Aptos Light" panose="020B0004020202020204" pitchFamily="34" charset="0"/>
              </a:rPr>
              <a:t>Модели проекта: Project, </a:t>
            </a:r>
            <a:r>
              <a:rPr lang="ru-RU" sz="3500" dirty="0" err="1">
                <a:latin typeface="Aptos Light" panose="020B0004020202020204" pitchFamily="34" charset="0"/>
              </a:rPr>
              <a:t>ESGRating</a:t>
            </a:r>
            <a:r>
              <a:rPr lang="ru-RU" sz="3500" dirty="0">
                <a:latin typeface="Aptos Light" panose="020B0004020202020204" pitchFamily="34" charset="0"/>
              </a:rPr>
              <a:t>, </a:t>
            </a:r>
            <a:r>
              <a:rPr lang="ru-RU" sz="3500" dirty="0" err="1">
                <a:latin typeface="Aptos Light" panose="020B0004020202020204" pitchFamily="34" charset="0"/>
              </a:rPr>
              <a:t>Donation</a:t>
            </a:r>
            <a:r>
              <a:rPr lang="ru-RU" sz="3500" dirty="0">
                <a:latin typeface="Aptos Light" panose="020B0004020202020204" pitchFamily="34" charset="0"/>
              </a:rPr>
              <a:t>, User.</a:t>
            </a:r>
          </a:p>
          <a:p>
            <a:pPr>
              <a:lnSpc>
                <a:spcPct val="170000"/>
              </a:lnSpc>
            </a:pPr>
            <a:r>
              <a:rPr lang="ru-RU" sz="3500" dirty="0">
                <a:latin typeface="Aptos Light" panose="020B0004020202020204" pitchFamily="34" charset="0"/>
              </a:rPr>
              <a:t>Каталог проектов + ESG-фильтрация.</a:t>
            </a:r>
          </a:p>
          <a:p>
            <a:pPr>
              <a:lnSpc>
                <a:spcPct val="170000"/>
              </a:lnSpc>
            </a:pPr>
            <a:r>
              <a:rPr lang="ru-RU" sz="3500" dirty="0">
                <a:latin typeface="Aptos Light" panose="020B0004020202020204" pitchFamily="34" charset="0"/>
              </a:rPr>
              <a:t>ESG-алгоритм оценки: формула или шкала на основе тегов и полей.</a:t>
            </a:r>
          </a:p>
          <a:p>
            <a:pPr>
              <a:lnSpc>
                <a:spcPct val="170000"/>
              </a:lnSpc>
            </a:pPr>
            <a:r>
              <a:rPr lang="ru-RU" sz="3500" dirty="0">
                <a:latin typeface="Aptos Light" panose="020B0004020202020204" pitchFamily="34" charset="0"/>
              </a:rPr>
              <a:t>Фильтрация проектов (не прошедшие ESG не отображать).</a:t>
            </a:r>
          </a:p>
          <a:p>
            <a:pPr>
              <a:lnSpc>
                <a:spcPct val="170000"/>
              </a:lnSpc>
            </a:pPr>
            <a:r>
              <a:rPr lang="ru-RU" sz="3500" dirty="0">
                <a:latin typeface="Aptos Light" panose="020B0004020202020204" pitchFamily="34" charset="0"/>
              </a:rPr>
              <a:t>API: список проектов, проект по ID, фильтры.</a:t>
            </a:r>
            <a:endParaRPr lang="en-US" sz="3500" dirty="0">
              <a:latin typeface="Aptos Light" panose="020B0004020202020204" pitchFamily="34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sz="3500" b="1" dirty="0">
                <a:latin typeface="Aptos Light" panose="020B0004020202020204" pitchFamily="34" charset="0"/>
              </a:rPr>
              <a:t>Backend D-2</a:t>
            </a:r>
            <a:endParaRPr lang="en-US" sz="3500" dirty="0"/>
          </a:p>
          <a:p>
            <a:pPr>
              <a:lnSpc>
                <a:spcPct val="170000"/>
              </a:lnSpc>
            </a:pPr>
            <a:r>
              <a:rPr lang="ru-RU" sz="3500" dirty="0">
                <a:latin typeface="Aptos Light" panose="020B0004020202020204" pitchFamily="34" charset="0"/>
              </a:rPr>
              <a:t>Задачи:</a:t>
            </a:r>
          </a:p>
          <a:p>
            <a:pPr>
              <a:lnSpc>
                <a:spcPct val="170000"/>
              </a:lnSpc>
            </a:pPr>
            <a:r>
              <a:rPr lang="ru-RU" sz="3500" dirty="0">
                <a:latin typeface="Aptos Light" panose="020B0004020202020204" pitchFamily="34" charset="0"/>
              </a:rPr>
              <a:t>Реализовать микроплатежи (заглушка / тестовая оплата).</a:t>
            </a:r>
          </a:p>
          <a:p>
            <a:pPr>
              <a:lnSpc>
                <a:spcPct val="170000"/>
              </a:lnSpc>
            </a:pPr>
            <a:r>
              <a:rPr lang="ru-RU" sz="3500" dirty="0">
                <a:latin typeface="Aptos Light" panose="020B0004020202020204" pitchFamily="34" charset="0"/>
              </a:rPr>
              <a:t>История транзакций пользователя.</a:t>
            </a:r>
          </a:p>
          <a:p>
            <a:pPr>
              <a:lnSpc>
                <a:spcPct val="170000"/>
              </a:lnSpc>
            </a:pPr>
            <a:r>
              <a:rPr lang="ru-RU" sz="3500" dirty="0">
                <a:latin typeface="Aptos Light" panose="020B0004020202020204" pitchFamily="34" charset="0"/>
              </a:rPr>
              <a:t>Счётчик CO₂, бейджи и </a:t>
            </a:r>
            <a:r>
              <a:rPr lang="ru-RU" sz="3500" dirty="0" err="1">
                <a:latin typeface="Aptos Light" panose="020B0004020202020204" pitchFamily="34" charset="0"/>
              </a:rPr>
              <a:t>ачивки</a:t>
            </a:r>
            <a:r>
              <a:rPr lang="ru-RU" sz="3500" dirty="0">
                <a:latin typeface="Aptos Light" panose="020B0004020202020204" pitchFamily="34" charset="0"/>
              </a:rPr>
              <a:t>.</a:t>
            </a:r>
          </a:p>
          <a:p>
            <a:endParaRPr lang="ru-RU" sz="11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ADB3F1F-7DB2-6E81-509D-EC7674129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32" y="0"/>
            <a:ext cx="408978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963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9D3D5212-3953-5486-9654-5D468C61F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40" b="31810"/>
          <a:stretch/>
        </p:blipFill>
        <p:spPr bwMode="auto">
          <a:xfrm>
            <a:off x="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ADAC6B-93A3-BF93-B2E3-2B3F9578D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>
            <a:normAutofit/>
          </a:bodyPr>
          <a:lstStyle/>
          <a:p>
            <a:pPr algn="r"/>
            <a:r>
              <a:rPr lang="ru-RU" sz="8000">
                <a:ln w="22225">
                  <a:solidFill>
                    <a:srgbClr val="FFFFFF"/>
                  </a:solidFill>
                </a:ln>
                <a:noFill/>
                <a:latin typeface="Aptos Light" panose="020B0004020202020204" pitchFamily="34" charset="0"/>
              </a:rPr>
              <a:t>Наш 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E0E229-5B24-158F-26D1-9133D61CE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41" y="1065862"/>
            <a:ext cx="3860002" cy="4726276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rgbClr val="FFFFFF"/>
                </a:solidFill>
                <a:latin typeface="Aptos Light" panose="020B0004020202020204" pitchFamily="34" charset="0"/>
              </a:rPr>
              <a:t>Backend: Python FastAPI. PostgreSQL, SQLAlchemy, pydantic, docker</a:t>
            </a:r>
          </a:p>
          <a:p>
            <a:r>
              <a:rPr lang="en-US" sz="2000">
                <a:solidFill>
                  <a:srgbClr val="FFFFFF"/>
                </a:solidFill>
                <a:latin typeface="Aptos Light" panose="020B0004020202020204" pitchFamily="34" charset="0"/>
              </a:rPr>
              <a:t>front: html, css, js </a:t>
            </a:r>
            <a:endParaRPr lang="ru-RU" sz="2000">
              <a:solidFill>
                <a:srgbClr val="FFFFFF"/>
              </a:solidFill>
              <a:latin typeface="Aptos Light" panose="020B0004020202020204" pitchFamily="34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FCC811B-1C9F-5AA1-5E99-2D25717F0DBD}"/>
              </a:ext>
            </a:extLst>
          </p:cNvPr>
          <p:cNvCxnSpPr/>
          <p:nvPr/>
        </p:nvCxnSpPr>
        <p:spPr>
          <a:xfrm>
            <a:off x="7334944" y="2116567"/>
            <a:ext cx="0" cy="26248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70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Rectangle 1030">
            <a:extLst>
              <a:ext uri="{FF2B5EF4-FFF2-40B4-BE49-F238E27FC236}">
                <a16:creationId xmlns:a16="http://schemas.microsoft.com/office/drawing/2014/main" id="{04C21BAE-6866-4C7A-A7EC-C1B2E572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D8710446-07E4-B2C0-0F4F-BF37D63A6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67"/>
          <a:stretch/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38" name="Freeform: Shape 1032">
            <a:extLst>
              <a:ext uri="{FF2B5EF4-FFF2-40B4-BE49-F238E27FC236}">
                <a16:creationId xmlns:a16="http://schemas.microsoft.com/office/drawing/2014/main" id="{7E7D0C94-08B4-48AE-8813-CC4D60294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4259" y="609600"/>
            <a:ext cx="5372101" cy="5513767"/>
          </a:xfrm>
          <a:custGeom>
            <a:avLst/>
            <a:gdLst>
              <a:gd name="connsiteX0" fmla="*/ 0 w 5372101"/>
              <a:gd name="connsiteY0" fmla="*/ 0 h 5513767"/>
              <a:gd name="connsiteX1" fmla="*/ 5372101 w 5372101"/>
              <a:gd name="connsiteY1" fmla="*/ 0 h 5513767"/>
              <a:gd name="connsiteX2" fmla="*/ 5372101 w 5372101"/>
              <a:gd name="connsiteY2" fmla="*/ 5513767 h 5513767"/>
              <a:gd name="connsiteX3" fmla="*/ 5363126 w 5372101"/>
              <a:gd name="connsiteY3" fmla="*/ 5512835 h 5513767"/>
              <a:gd name="connsiteX4" fmla="*/ 5316714 w 5372101"/>
              <a:gd name="connsiteY4" fmla="*/ 5491247 h 5513767"/>
              <a:gd name="connsiteX5" fmla="*/ 5198331 w 5372101"/>
              <a:gd name="connsiteY5" fmla="*/ 5470092 h 5513767"/>
              <a:gd name="connsiteX6" fmla="*/ 5150428 w 5372101"/>
              <a:gd name="connsiteY6" fmla="*/ 5472506 h 5513767"/>
              <a:gd name="connsiteX7" fmla="*/ 5085506 w 5372101"/>
              <a:gd name="connsiteY7" fmla="*/ 5468851 h 5513767"/>
              <a:gd name="connsiteX8" fmla="*/ 4968663 w 5372101"/>
              <a:gd name="connsiteY8" fmla="*/ 5470487 h 5513767"/>
              <a:gd name="connsiteX9" fmla="*/ 4815623 w 5372101"/>
              <a:gd name="connsiteY9" fmla="*/ 5458622 h 5513767"/>
              <a:gd name="connsiteX10" fmla="*/ 4716679 w 5372101"/>
              <a:gd name="connsiteY10" fmla="*/ 5405365 h 5513767"/>
              <a:gd name="connsiteX11" fmla="*/ 4704891 w 5372101"/>
              <a:gd name="connsiteY11" fmla="*/ 5411529 h 5513767"/>
              <a:gd name="connsiteX12" fmla="*/ 4630496 w 5372101"/>
              <a:gd name="connsiteY12" fmla="*/ 5396532 h 5513767"/>
              <a:gd name="connsiteX13" fmla="*/ 4506964 w 5372101"/>
              <a:gd name="connsiteY13" fmla="*/ 5396685 h 5513767"/>
              <a:gd name="connsiteX14" fmla="*/ 4427135 w 5372101"/>
              <a:gd name="connsiteY14" fmla="*/ 5358585 h 5513767"/>
              <a:gd name="connsiteX15" fmla="*/ 4028338 w 5372101"/>
              <a:gd name="connsiteY15" fmla="*/ 5313494 h 5513767"/>
              <a:gd name="connsiteX16" fmla="*/ 4015367 w 5372101"/>
              <a:gd name="connsiteY16" fmla="*/ 5320766 h 5513767"/>
              <a:gd name="connsiteX17" fmla="*/ 4002837 w 5372101"/>
              <a:gd name="connsiteY17" fmla="*/ 5322294 h 5513767"/>
              <a:gd name="connsiteX18" fmla="*/ 3997650 w 5372101"/>
              <a:gd name="connsiteY18" fmla="*/ 5329513 h 5513767"/>
              <a:gd name="connsiteX19" fmla="*/ 3991991 w 5372101"/>
              <a:gd name="connsiteY19" fmla="*/ 5331908 h 5513767"/>
              <a:gd name="connsiteX20" fmla="*/ 3925210 w 5372101"/>
              <a:gd name="connsiteY20" fmla="*/ 5319395 h 5513767"/>
              <a:gd name="connsiteX21" fmla="*/ 3837014 w 5372101"/>
              <a:gd name="connsiteY21" fmla="*/ 5289023 h 5513767"/>
              <a:gd name="connsiteX22" fmla="*/ 3798765 w 5372101"/>
              <a:gd name="connsiteY22" fmla="*/ 5299431 h 5513767"/>
              <a:gd name="connsiteX23" fmla="*/ 3792144 w 5372101"/>
              <a:gd name="connsiteY23" fmla="*/ 5301616 h 5513767"/>
              <a:gd name="connsiteX24" fmla="*/ 3766249 w 5372101"/>
              <a:gd name="connsiteY24" fmla="*/ 5301869 h 5513767"/>
              <a:gd name="connsiteX25" fmla="*/ 3718651 w 5372101"/>
              <a:gd name="connsiteY25" fmla="*/ 5320541 h 5513767"/>
              <a:gd name="connsiteX26" fmla="*/ 3671207 w 5372101"/>
              <a:gd name="connsiteY26" fmla="*/ 5318046 h 5513767"/>
              <a:gd name="connsiteX27" fmla="*/ 3446863 w 5372101"/>
              <a:gd name="connsiteY27" fmla="*/ 5294348 h 5513767"/>
              <a:gd name="connsiteX28" fmla="*/ 3312000 w 5372101"/>
              <a:gd name="connsiteY28" fmla="*/ 5286923 h 5513767"/>
              <a:gd name="connsiteX29" fmla="*/ 3259756 w 5372101"/>
              <a:gd name="connsiteY29" fmla="*/ 5294712 h 5513767"/>
              <a:gd name="connsiteX30" fmla="*/ 3187481 w 5372101"/>
              <a:gd name="connsiteY30" fmla="*/ 5298457 h 5513767"/>
              <a:gd name="connsiteX31" fmla="*/ 3124115 w 5372101"/>
              <a:gd name="connsiteY31" fmla="*/ 5294626 h 5513767"/>
              <a:gd name="connsiteX32" fmla="*/ 3099907 w 5372101"/>
              <a:gd name="connsiteY32" fmla="*/ 5302443 h 5513767"/>
              <a:gd name="connsiteX33" fmla="*/ 3017494 w 5372101"/>
              <a:gd name="connsiteY33" fmla="*/ 5301439 h 5513767"/>
              <a:gd name="connsiteX34" fmla="*/ 3010848 w 5372101"/>
              <a:gd name="connsiteY34" fmla="*/ 5307225 h 5513767"/>
              <a:gd name="connsiteX35" fmla="*/ 2994286 w 5372101"/>
              <a:gd name="connsiteY35" fmla="*/ 5309060 h 5513767"/>
              <a:gd name="connsiteX36" fmla="*/ 2988160 w 5372101"/>
              <a:gd name="connsiteY36" fmla="*/ 5310041 h 5513767"/>
              <a:gd name="connsiteX37" fmla="*/ 2984260 w 5372101"/>
              <a:gd name="connsiteY37" fmla="*/ 5307528 h 5513767"/>
              <a:gd name="connsiteX38" fmla="*/ 2979127 w 5372101"/>
              <a:gd name="connsiteY38" fmla="*/ 5308389 h 5513767"/>
              <a:gd name="connsiteX39" fmla="*/ 2978660 w 5372101"/>
              <a:gd name="connsiteY39" fmla="*/ 5311563 h 5513767"/>
              <a:gd name="connsiteX40" fmla="*/ 2946326 w 5372101"/>
              <a:gd name="connsiteY40" fmla="*/ 5316745 h 5513767"/>
              <a:gd name="connsiteX41" fmla="*/ 2713134 w 5372101"/>
              <a:gd name="connsiteY41" fmla="*/ 5331381 h 5513767"/>
              <a:gd name="connsiteX42" fmla="*/ 2352072 w 5372101"/>
              <a:gd name="connsiteY42" fmla="*/ 5342761 h 5513767"/>
              <a:gd name="connsiteX43" fmla="*/ 2260922 w 5372101"/>
              <a:gd name="connsiteY43" fmla="*/ 5328122 h 5513767"/>
              <a:gd name="connsiteX44" fmla="*/ 2178497 w 5372101"/>
              <a:gd name="connsiteY44" fmla="*/ 5351065 h 5513767"/>
              <a:gd name="connsiteX45" fmla="*/ 2034408 w 5372101"/>
              <a:gd name="connsiteY45" fmla="*/ 5307958 h 5513767"/>
              <a:gd name="connsiteX46" fmla="*/ 1831505 w 5372101"/>
              <a:gd name="connsiteY46" fmla="*/ 5312691 h 5513767"/>
              <a:gd name="connsiteX47" fmla="*/ 1710387 w 5372101"/>
              <a:gd name="connsiteY47" fmla="*/ 5308705 h 5513767"/>
              <a:gd name="connsiteX48" fmla="*/ 1664816 w 5372101"/>
              <a:gd name="connsiteY48" fmla="*/ 5296479 h 5513767"/>
              <a:gd name="connsiteX49" fmla="*/ 1600883 w 5372101"/>
              <a:gd name="connsiteY49" fmla="*/ 5286607 h 5513767"/>
              <a:gd name="connsiteX50" fmla="*/ 1488397 w 5372101"/>
              <a:gd name="connsiteY50" fmla="*/ 5260898 h 5513767"/>
              <a:gd name="connsiteX51" fmla="*/ 1336670 w 5372101"/>
              <a:gd name="connsiteY51" fmla="*/ 5240770 h 5513767"/>
              <a:gd name="connsiteX52" fmla="*/ 1224297 w 5372101"/>
              <a:gd name="connsiteY52" fmla="*/ 5271845 h 5513767"/>
              <a:gd name="connsiteX53" fmla="*/ 1214830 w 5372101"/>
              <a:gd name="connsiteY53" fmla="*/ 5263450 h 5513767"/>
              <a:gd name="connsiteX54" fmla="*/ 1138181 w 5372101"/>
              <a:gd name="connsiteY54" fmla="*/ 5262590 h 5513767"/>
              <a:gd name="connsiteX55" fmla="*/ 943575 w 5372101"/>
              <a:gd name="connsiteY55" fmla="*/ 5290808 h 5513767"/>
              <a:gd name="connsiteX56" fmla="*/ 529813 w 5372101"/>
              <a:gd name="connsiteY56" fmla="*/ 5218555 h 5513767"/>
              <a:gd name="connsiteX57" fmla="*/ 519546 w 5372101"/>
              <a:gd name="connsiteY57" fmla="*/ 5208845 h 5513767"/>
              <a:gd name="connsiteX58" fmla="*/ 507906 w 5372101"/>
              <a:gd name="connsiteY58" fmla="*/ 5204779 h 5513767"/>
              <a:gd name="connsiteX59" fmla="*/ 505153 w 5372101"/>
              <a:gd name="connsiteY59" fmla="*/ 5196726 h 5513767"/>
              <a:gd name="connsiteX60" fmla="*/ 500429 w 5372101"/>
              <a:gd name="connsiteY60" fmla="*/ 5193241 h 5513767"/>
              <a:gd name="connsiteX61" fmla="*/ 431923 w 5372101"/>
              <a:gd name="connsiteY61" fmla="*/ 5191553 h 5513767"/>
              <a:gd name="connsiteX62" fmla="*/ 337115 w 5372101"/>
              <a:gd name="connsiteY62" fmla="*/ 5202714 h 5513767"/>
              <a:gd name="connsiteX63" fmla="*/ 303383 w 5372101"/>
              <a:gd name="connsiteY63" fmla="*/ 5184750 h 5513767"/>
              <a:gd name="connsiteX64" fmla="*/ 297664 w 5372101"/>
              <a:gd name="connsiteY64" fmla="*/ 5181269 h 5513767"/>
              <a:gd name="connsiteX65" fmla="*/ 272701 w 5372101"/>
              <a:gd name="connsiteY65" fmla="*/ 5175678 h 5513767"/>
              <a:gd name="connsiteX66" fmla="*/ 268242 w 5372101"/>
              <a:gd name="connsiteY66" fmla="*/ 5163678 h 5513767"/>
              <a:gd name="connsiteX67" fmla="*/ 232517 w 5372101"/>
              <a:gd name="connsiteY67" fmla="*/ 5147792 h 5513767"/>
              <a:gd name="connsiteX68" fmla="*/ 185851 w 5372101"/>
              <a:gd name="connsiteY68" fmla="*/ 5140408 h 5513767"/>
              <a:gd name="connsiteX69" fmla="*/ 20337 w 5372101"/>
              <a:gd name="connsiteY69" fmla="*/ 5113040 h 5513767"/>
              <a:gd name="connsiteX70" fmla="*/ 0 w 5372101"/>
              <a:gd name="connsiteY70" fmla="*/ 5112243 h 551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5372101" h="5513767">
                <a:moveTo>
                  <a:pt x="0" y="0"/>
                </a:moveTo>
                <a:lnTo>
                  <a:pt x="5372101" y="0"/>
                </a:lnTo>
                <a:lnTo>
                  <a:pt x="5372101" y="5513767"/>
                </a:lnTo>
                <a:lnTo>
                  <a:pt x="5363126" y="5512835"/>
                </a:lnTo>
                <a:cubicBezTo>
                  <a:pt x="5345779" y="5509071"/>
                  <a:pt x="5329767" y="5502649"/>
                  <a:pt x="5316714" y="5491247"/>
                </a:cubicBezTo>
                <a:cubicBezTo>
                  <a:pt x="5295689" y="5478131"/>
                  <a:pt x="5219502" y="5459909"/>
                  <a:pt x="5198331" y="5470092"/>
                </a:cubicBezTo>
                <a:cubicBezTo>
                  <a:pt x="5181052" y="5469102"/>
                  <a:pt x="5165047" y="5459569"/>
                  <a:pt x="5150428" y="5472506"/>
                </a:cubicBezTo>
                <a:cubicBezTo>
                  <a:pt x="5129562" y="5487248"/>
                  <a:pt x="5088050" y="5445894"/>
                  <a:pt x="5085506" y="5468851"/>
                </a:cubicBezTo>
                <a:cubicBezTo>
                  <a:pt x="5055692" y="5440170"/>
                  <a:pt x="5006122" y="5469577"/>
                  <a:pt x="4968663" y="5470487"/>
                </a:cubicBezTo>
                <a:cubicBezTo>
                  <a:pt x="4947085" y="5444049"/>
                  <a:pt x="4889767" y="5472037"/>
                  <a:pt x="4815623" y="5458622"/>
                </a:cubicBezTo>
                <a:cubicBezTo>
                  <a:pt x="4792418" y="5428488"/>
                  <a:pt x="4765548" y="5449887"/>
                  <a:pt x="4716679" y="5405365"/>
                </a:cubicBezTo>
                <a:cubicBezTo>
                  <a:pt x="4713235" y="5407807"/>
                  <a:pt x="4709266" y="5409883"/>
                  <a:pt x="4704891" y="5411529"/>
                </a:cubicBezTo>
                <a:cubicBezTo>
                  <a:pt x="4679473" y="5421092"/>
                  <a:pt x="4646164" y="5414379"/>
                  <a:pt x="4630496" y="5396532"/>
                </a:cubicBezTo>
                <a:cubicBezTo>
                  <a:pt x="4590205" y="5365061"/>
                  <a:pt x="4548419" y="5412094"/>
                  <a:pt x="4506964" y="5396685"/>
                </a:cubicBezTo>
                <a:lnTo>
                  <a:pt x="4427135" y="5358585"/>
                </a:lnTo>
                <a:cubicBezTo>
                  <a:pt x="4319267" y="5308575"/>
                  <a:pt x="4152341" y="5340956"/>
                  <a:pt x="4028338" y="5313494"/>
                </a:cubicBezTo>
                <a:lnTo>
                  <a:pt x="4015367" y="5320766"/>
                </a:lnTo>
                <a:lnTo>
                  <a:pt x="4002837" y="5322294"/>
                </a:lnTo>
                <a:lnTo>
                  <a:pt x="3997650" y="5329513"/>
                </a:lnTo>
                <a:lnTo>
                  <a:pt x="3991991" y="5331908"/>
                </a:lnTo>
                <a:cubicBezTo>
                  <a:pt x="3969659" y="5338581"/>
                  <a:pt x="3978880" y="5316131"/>
                  <a:pt x="3925210" y="5319395"/>
                </a:cubicBezTo>
                <a:cubicBezTo>
                  <a:pt x="3947765" y="5277139"/>
                  <a:pt x="3837331" y="5338342"/>
                  <a:pt x="3837014" y="5289023"/>
                </a:cubicBezTo>
                <a:cubicBezTo>
                  <a:pt x="3824001" y="5291376"/>
                  <a:pt x="3811407" y="5295212"/>
                  <a:pt x="3798765" y="5299431"/>
                </a:cubicBezTo>
                <a:lnTo>
                  <a:pt x="3792144" y="5301616"/>
                </a:lnTo>
                <a:lnTo>
                  <a:pt x="3766249" y="5301869"/>
                </a:lnTo>
                <a:lnTo>
                  <a:pt x="3718651" y="5320541"/>
                </a:lnTo>
                <a:cubicBezTo>
                  <a:pt x="3703968" y="5321892"/>
                  <a:pt x="3688308" y="5321427"/>
                  <a:pt x="3671207" y="5318046"/>
                </a:cubicBezTo>
                <a:cubicBezTo>
                  <a:pt x="3616458" y="5288532"/>
                  <a:pt x="3514048" y="5333307"/>
                  <a:pt x="3446863" y="5294348"/>
                </a:cubicBezTo>
                <a:cubicBezTo>
                  <a:pt x="3420930" y="5283822"/>
                  <a:pt x="3333157" y="5274511"/>
                  <a:pt x="3312000" y="5286923"/>
                </a:cubicBezTo>
                <a:cubicBezTo>
                  <a:pt x="3292759" y="5287903"/>
                  <a:pt x="3273112" y="5280334"/>
                  <a:pt x="3259756" y="5294712"/>
                </a:cubicBezTo>
                <a:cubicBezTo>
                  <a:pt x="3239905" y="5311572"/>
                  <a:pt x="3185410" y="5275588"/>
                  <a:pt x="3187481" y="5298457"/>
                </a:cubicBezTo>
                <a:cubicBezTo>
                  <a:pt x="3168018" y="5286036"/>
                  <a:pt x="3146200" y="5288458"/>
                  <a:pt x="3124115" y="5294626"/>
                </a:cubicBezTo>
                <a:lnTo>
                  <a:pt x="3099907" y="5302443"/>
                </a:lnTo>
                <a:lnTo>
                  <a:pt x="3017494" y="5301439"/>
                </a:lnTo>
                <a:lnTo>
                  <a:pt x="3010848" y="5307225"/>
                </a:lnTo>
                <a:lnTo>
                  <a:pt x="2994286" y="5309060"/>
                </a:lnTo>
                <a:lnTo>
                  <a:pt x="2988160" y="5310041"/>
                </a:lnTo>
                <a:lnTo>
                  <a:pt x="2984260" y="5307528"/>
                </a:lnTo>
                <a:cubicBezTo>
                  <a:pt x="2981957" y="5306419"/>
                  <a:pt x="2980273" y="5306402"/>
                  <a:pt x="2979127" y="5308389"/>
                </a:cubicBezTo>
                <a:cubicBezTo>
                  <a:pt x="2978971" y="5309447"/>
                  <a:pt x="2978816" y="5310505"/>
                  <a:pt x="2978660" y="5311563"/>
                </a:cubicBezTo>
                <a:lnTo>
                  <a:pt x="2946326" y="5316745"/>
                </a:lnTo>
                <a:lnTo>
                  <a:pt x="2713134" y="5331381"/>
                </a:lnTo>
                <a:cubicBezTo>
                  <a:pt x="2610698" y="5372328"/>
                  <a:pt x="2466037" y="5325762"/>
                  <a:pt x="2352072" y="5342761"/>
                </a:cubicBezTo>
                <a:cubicBezTo>
                  <a:pt x="2293501" y="5293708"/>
                  <a:pt x="2324138" y="5338538"/>
                  <a:pt x="2260922" y="5328122"/>
                </a:cubicBezTo>
                <a:cubicBezTo>
                  <a:pt x="2275681" y="5372347"/>
                  <a:pt x="2185007" y="5301703"/>
                  <a:pt x="2178497" y="5351065"/>
                </a:cubicBezTo>
                <a:cubicBezTo>
                  <a:pt x="2133294" y="5337229"/>
                  <a:pt x="2097074" y="5300208"/>
                  <a:pt x="2034408" y="5307958"/>
                </a:cubicBezTo>
                <a:cubicBezTo>
                  <a:pt x="1981894" y="5332879"/>
                  <a:pt x="1896288" y="5279365"/>
                  <a:pt x="1831505" y="5312691"/>
                </a:cubicBezTo>
                <a:cubicBezTo>
                  <a:pt x="1807063" y="5321035"/>
                  <a:pt x="1727674" y="5322925"/>
                  <a:pt x="1710387" y="5308705"/>
                </a:cubicBezTo>
                <a:cubicBezTo>
                  <a:pt x="1693367" y="5306094"/>
                  <a:pt x="1674901" y="5312009"/>
                  <a:pt x="1664816" y="5296479"/>
                </a:cubicBezTo>
                <a:cubicBezTo>
                  <a:pt x="1649255" y="5277912"/>
                  <a:pt x="1596152" y="5309335"/>
                  <a:pt x="1600883" y="5286607"/>
                </a:cubicBezTo>
                <a:cubicBezTo>
                  <a:pt x="1563066" y="5308189"/>
                  <a:pt x="1524339" y="5269513"/>
                  <a:pt x="1488397" y="5260898"/>
                </a:cubicBezTo>
                <a:cubicBezTo>
                  <a:pt x="1459246" y="5282011"/>
                  <a:pt x="1412580" y="5243108"/>
                  <a:pt x="1336670" y="5240770"/>
                </a:cubicBezTo>
                <a:cubicBezTo>
                  <a:pt x="1304792" y="5265122"/>
                  <a:pt x="1285508" y="5238878"/>
                  <a:pt x="1224297" y="5271845"/>
                </a:cubicBezTo>
                <a:cubicBezTo>
                  <a:pt x="1221731" y="5268771"/>
                  <a:pt x="1218543" y="5265944"/>
                  <a:pt x="1214830" y="5263450"/>
                </a:cubicBezTo>
                <a:cubicBezTo>
                  <a:pt x="1193241" y="5248952"/>
                  <a:pt x="1158925" y="5248567"/>
                  <a:pt x="1138181" y="5262590"/>
                </a:cubicBezTo>
                <a:lnTo>
                  <a:pt x="943575" y="5290808"/>
                </a:lnTo>
                <a:cubicBezTo>
                  <a:pt x="823587" y="5316899"/>
                  <a:pt x="658340" y="5217603"/>
                  <a:pt x="529813" y="5218555"/>
                </a:cubicBezTo>
                <a:lnTo>
                  <a:pt x="519546" y="5208845"/>
                </a:lnTo>
                <a:lnTo>
                  <a:pt x="507906" y="5204779"/>
                </a:lnTo>
                <a:lnTo>
                  <a:pt x="505153" y="5196726"/>
                </a:lnTo>
                <a:lnTo>
                  <a:pt x="500429" y="5193241"/>
                </a:lnTo>
                <a:cubicBezTo>
                  <a:pt x="480923" y="5182176"/>
                  <a:pt x="482807" y="5205793"/>
                  <a:pt x="431923" y="5191553"/>
                </a:cubicBezTo>
                <a:cubicBezTo>
                  <a:pt x="440499" y="5237077"/>
                  <a:pt x="352872" y="5155083"/>
                  <a:pt x="337115" y="5202714"/>
                </a:cubicBezTo>
                <a:cubicBezTo>
                  <a:pt x="325265" y="5197752"/>
                  <a:pt x="314288" y="5191441"/>
                  <a:pt x="303383" y="5184750"/>
                </a:cubicBezTo>
                <a:lnTo>
                  <a:pt x="297664" y="5181269"/>
                </a:lnTo>
                <a:lnTo>
                  <a:pt x="272701" y="5175678"/>
                </a:lnTo>
                <a:lnTo>
                  <a:pt x="268242" y="5163678"/>
                </a:lnTo>
                <a:lnTo>
                  <a:pt x="232517" y="5147792"/>
                </a:lnTo>
                <a:cubicBezTo>
                  <a:pt x="218741" y="5143453"/>
                  <a:pt x="203450" y="5140668"/>
                  <a:pt x="185851" y="5140408"/>
                </a:cubicBezTo>
                <a:cubicBezTo>
                  <a:pt x="139207" y="5153337"/>
                  <a:pt x="79723" y="5120316"/>
                  <a:pt x="20337" y="5113040"/>
                </a:cubicBezTo>
                <a:lnTo>
                  <a:pt x="0" y="5112243"/>
                </a:lnTo>
                <a:close/>
              </a:path>
            </a:pathLst>
          </a:custGeom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DD0D366F-455D-4298-97E9-89785ADAE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4259" y="609600"/>
            <a:ext cx="5372101" cy="5513767"/>
          </a:xfrm>
          <a:custGeom>
            <a:avLst/>
            <a:gdLst>
              <a:gd name="connsiteX0" fmla="*/ 0 w 5372101"/>
              <a:gd name="connsiteY0" fmla="*/ 0 h 5513767"/>
              <a:gd name="connsiteX1" fmla="*/ 5372101 w 5372101"/>
              <a:gd name="connsiteY1" fmla="*/ 0 h 5513767"/>
              <a:gd name="connsiteX2" fmla="*/ 5372101 w 5372101"/>
              <a:gd name="connsiteY2" fmla="*/ 5513767 h 5513767"/>
              <a:gd name="connsiteX3" fmla="*/ 5363126 w 5372101"/>
              <a:gd name="connsiteY3" fmla="*/ 5512835 h 5513767"/>
              <a:gd name="connsiteX4" fmla="*/ 5316714 w 5372101"/>
              <a:gd name="connsiteY4" fmla="*/ 5491247 h 5513767"/>
              <a:gd name="connsiteX5" fmla="*/ 5198331 w 5372101"/>
              <a:gd name="connsiteY5" fmla="*/ 5470092 h 5513767"/>
              <a:gd name="connsiteX6" fmla="*/ 5150428 w 5372101"/>
              <a:gd name="connsiteY6" fmla="*/ 5472506 h 5513767"/>
              <a:gd name="connsiteX7" fmla="*/ 5085506 w 5372101"/>
              <a:gd name="connsiteY7" fmla="*/ 5468851 h 5513767"/>
              <a:gd name="connsiteX8" fmla="*/ 4968663 w 5372101"/>
              <a:gd name="connsiteY8" fmla="*/ 5470487 h 5513767"/>
              <a:gd name="connsiteX9" fmla="*/ 4815623 w 5372101"/>
              <a:gd name="connsiteY9" fmla="*/ 5458622 h 5513767"/>
              <a:gd name="connsiteX10" fmla="*/ 4716679 w 5372101"/>
              <a:gd name="connsiteY10" fmla="*/ 5405365 h 5513767"/>
              <a:gd name="connsiteX11" fmla="*/ 4704891 w 5372101"/>
              <a:gd name="connsiteY11" fmla="*/ 5411529 h 5513767"/>
              <a:gd name="connsiteX12" fmla="*/ 4630496 w 5372101"/>
              <a:gd name="connsiteY12" fmla="*/ 5396532 h 5513767"/>
              <a:gd name="connsiteX13" fmla="*/ 4506964 w 5372101"/>
              <a:gd name="connsiteY13" fmla="*/ 5396685 h 5513767"/>
              <a:gd name="connsiteX14" fmla="*/ 4427135 w 5372101"/>
              <a:gd name="connsiteY14" fmla="*/ 5358585 h 5513767"/>
              <a:gd name="connsiteX15" fmla="*/ 4028338 w 5372101"/>
              <a:gd name="connsiteY15" fmla="*/ 5313494 h 5513767"/>
              <a:gd name="connsiteX16" fmla="*/ 4015367 w 5372101"/>
              <a:gd name="connsiteY16" fmla="*/ 5320766 h 5513767"/>
              <a:gd name="connsiteX17" fmla="*/ 4002837 w 5372101"/>
              <a:gd name="connsiteY17" fmla="*/ 5322294 h 5513767"/>
              <a:gd name="connsiteX18" fmla="*/ 3997650 w 5372101"/>
              <a:gd name="connsiteY18" fmla="*/ 5329513 h 5513767"/>
              <a:gd name="connsiteX19" fmla="*/ 3991991 w 5372101"/>
              <a:gd name="connsiteY19" fmla="*/ 5331908 h 5513767"/>
              <a:gd name="connsiteX20" fmla="*/ 3925210 w 5372101"/>
              <a:gd name="connsiteY20" fmla="*/ 5319395 h 5513767"/>
              <a:gd name="connsiteX21" fmla="*/ 3837014 w 5372101"/>
              <a:gd name="connsiteY21" fmla="*/ 5289023 h 5513767"/>
              <a:gd name="connsiteX22" fmla="*/ 3798765 w 5372101"/>
              <a:gd name="connsiteY22" fmla="*/ 5299431 h 5513767"/>
              <a:gd name="connsiteX23" fmla="*/ 3792144 w 5372101"/>
              <a:gd name="connsiteY23" fmla="*/ 5301616 h 5513767"/>
              <a:gd name="connsiteX24" fmla="*/ 3766249 w 5372101"/>
              <a:gd name="connsiteY24" fmla="*/ 5301869 h 5513767"/>
              <a:gd name="connsiteX25" fmla="*/ 3718651 w 5372101"/>
              <a:gd name="connsiteY25" fmla="*/ 5320541 h 5513767"/>
              <a:gd name="connsiteX26" fmla="*/ 3671207 w 5372101"/>
              <a:gd name="connsiteY26" fmla="*/ 5318046 h 5513767"/>
              <a:gd name="connsiteX27" fmla="*/ 3446863 w 5372101"/>
              <a:gd name="connsiteY27" fmla="*/ 5294348 h 5513767"/>
              <a:gd name="connsiteX28" fmla="*/ 3312000 w 5372101"/>
              <a:gd name="connsiteY28" fmla="*/ 5286923 h 5513767"/>
              <a:gd name="connsiteX29" fmla="*/ 3259756 w 5372101"/>
              <a:gd name="connsiteY29" fmla="*/ 5294712 h 5513767"/>
              <a:gd name="connsiteX30" fmla="*/ 3187481 w 5372101"/>
              <a:gd name="connsiteY30" fmla="*/ 5298457 h 5513767"/>
              <a:gd name="connsiteX31" fmla="*/ 3124115 w 5372101"/>
              <a:gd name="connsiteY31" fmla="*/ 5294626 h 5513767"/>
              <a:gd name="connsiteX32" fmla="*/ 3099907 w 5372101"/>
              <a:gd name="connsiteY32" fmla="*/ 5302443 h 5513767"/>
              <a:gd name="connsiteX33" fmla="*/ 3017494 w 5372101"/>
              <a:gd name="connsiteY33" fmla="*/ 5301439 h 5513767"/>
              <a:gd name="connsiteX34" fmla="*/ 3010848 w 5372101"/>
              <a:gd name="connsiteY34" fmla="*/ 5307225 h 5513767"/>
              <a:gd name="connsiteX35" fmla="*/ 2994286 w 5372101"/>
              <a:gd name="connsiteY35" fmla="*/ 5309060 h 5513767"/>
              <a:gd name="connsiteX36" fmla="*/ 2988160 w 5372101"/>
              <a:gd name="connsiteY36" fmla="*/ 5310041 h 5513767"/>
              <a:gd name="connsiteX37" fmla="*/ 2984260 w 5372101"/>
              <a:gd name="connsiteY37" fmla="*/ 5307528 h 5513767"/>
              <a:gd name="connsiteX38" fmla="*/ 2979127 w 5372101"/>
              <a:gd name="connsiteY38" fmla="*/ 5308389 h 5513767"/>
              <a:gd name="connsiteX39" fmla="*/ 2978660 w 5372101"/>
              <a:gd name="connsiteY39" fmla="*/ 5311563 h 5513767"/>
              <a:gd name="connsiteX40" fmla="*/ 2946326 w 5372101"/>
              <a:gd name="connsiteY40" fmla="*/ 5316745 h 5513767"/>
              <a:gd name="connsiteX41" fmla="*/ 2713134 w 5372101"/>
              <a:gd name="connsiteY41" fmla="*/ 5331381 h 5513767"/>
              <a:gd name="connsiteX42" fmla="*/ 2352072 w 5372101"/>
              <a:gd name="connsiteY42" fmla="*/ 5342761 h 5513767"/>
              <a:gd name="connsiteX43" fmla="*/ 2260922 w 5372101"/>
              <a:gd name="connsiteY43" fmla="*/ 5328122 h 5513767"/>
              <a:gd name="connsiteX44" fmla="*/ 2178497 w 5372101"/>
              <a:gd name="connsiteY44" fmla="*/ 5351065 h 5513767"/>
              <a:gd name="connsiteX45" fmla="*/ 2034408 w 5372101"/>
              <a:gd name="connsiteY45" fmla="*/ 5307958 h 5513767"/>
              <a:gd name="connsiteX46" fmla="*/ 1831505 w 5372101"/>
              <a:gd name="connsiteY46" fmla="*/ 5312691 h 5513767"/>
              <a:gd name="connsiteX47" fmla="*/ 1710387 w 5372101"/>
              <a:gd name="connsiteY47" fmla="*/ 5308705 h 5513767"/>
              <a:gd name="connsiteX48" fmla="*/ 1664816 w 5372101"/>
              <a:gd name="connsiteY48" fmla="*/ 5296479 h 5513767"/>
              <a:gd name="connsiteX49" fmla="*/ 1600883 w 5372101"/>
              <a:gd name="connsiteY49" fmla="*/ 5286607 h 5513767"/>
              <a:gd name="connsiteX50" fmla="*/ 1488397 w 5372101"/>
              <a:gd name="connsiteY50" fmla="*/ 5260898 h 5513767"/>
              <a:gd name="connsiteX51" fmla="*/ 1336670 w 5372101"/>
              <a:gd name="connsiteY51" fmla="*/ 5240770 h 5513767"/>
              <a:gd name="connsiteX52" fmla="*/ 1224297 w 5372101"/>
              <a:gd name="connsiteY52" fmla="*/ 5271845 h 5513767"/>
              <a:gd name="connsiteX53" fmla="*/ 1214830 w 5372101"/>
              <a:gd name="connsiteY53" fmla="*/ 5263450 h 5513767"/>
              <a:gd name="connsiteX54" fmla="*/ 1138181 w 5372101"/>
              <a:gd name="connsiteY54" fmla="*/ 5262590 h 5513767"/>
              <a:gd name="connsiteX55" fmla="*/ 943575 w 5372101"/>
              <a:gd name="connsiteY55" fmla="*/ 5290808 h 5513767"/>
              <a:gd name="connsiteX56" fmla="*/ 529813 w 5372101"/>
              <a:gd name="connsiteY56" fmla="*/ 5218555 h 5513767"/>
              <a:gd name="connsiteX57" fmla="*/ 519546 w 5372101"/>
              <a:gd name="connsiteY57" fmla="*/ 5208845 h 5513767"/>
              <a:gd name="connsiteX58" fmla="*/ 507906 w 5372101"/>
              <a:gd name="connsiteY58" fmla="*/ 5204779 h 5513767"/>
              <a:gd name="connsiteX59" fmla="*/ 505153 w 5372101"/>
              <a:gd name="connsiteY59" fmla="*/ 5196726 h 5513767"/>
              <a:gd name="connsiteX60" fmla="*/ 500429 w 5372101"/>
              <a:gd name="connsiteY60" fmla="*/ 5193241 h 5513767"/>
              <a:gd name="connsiteX61" fmla="*/ 431923 w 5372101"/>
              <a:gd name="connsiteY61" fmla="*/ 5191553 h 5513767"/>
              <a:gd name="connsiteX62" fmla="*/ 337115 w 5372101"/>
              <a:gd name="connsiteY62" fmla="*/ 5202714 h 5513767"/>
              <a:gd name="connsiteX63" fmla="*/ 303383 w 5372101"/>
              <a:gd name="connsiteY63" fmla="*/ 5184750 h 5513767"/>
              <a:gd name="connsiteX64" fmla="*/ 297664 w 5372101"/>
              <a:gd name="connsiteY64" fmla="*/ 5181269 h 5513767"/>
              <a:gd name="connsiteX65" fmla="*/ 272701 w 5372101"/>
              <a:gd name="connsiteY65" fmla="*/ 5175678 h 5513767"/>
              <a:gd name="connsiteX66" fmla="*/ 268242 w 5372101"/>
              <a:gd name="connsiteY66" fmla="*/ 5163678 h 5513767"/>
              <a:gd name="connsiteX67" fmla="*/ 232517 w 5372101"/>
              <a:gd name="connsiteY67" fmla="*/ 5147792 h 5513767"/>
              <a:gd name="connsiteX68" fmla="*/ 185851 w 5372101"/>
              <a:gd name="connsiteY68" fmla="*/ 5140408 h 5513767"/>
              <a:gd name="connsiteX69" fmla="*/ 20337 w 5372101"/>
              <a:gd name="connsiteY69" fmla="*/ 5113040 h 5513767"/>
              <a:gd name="connsiteX70" fmla="*/ 0 w 5372101"/>
              <a:gd name="connsiteY70" fmla="*/ 5112243 h 551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5372101" h="5513767">
                <a:moveTo>
                  <a:pt x="0" y="0"/>
                </a:moveTo>
                <a:lnTo>
                  <a:pt x="5372101" y="0"/>
                </a:lnTo>
                <a:lnTo>
                  <a:pt x="5372101" y="5513767"/>
                </a:lnTo>
                <a:lnTo>
                  <a:pt x="5363126" y="5512835"/>
                </a:lnTo>
                <a:cubicBezTo>
                  <a:pt x="5345779" y="5509071"/>
                  <a:pt x="5329767" y="5502649"/>
                  <a:pt x="5316714" y="5491247"/>
                </a:cubicBezTo>
                <a:cubicBezTo>
                  <a:pt x="5295689" y="5478131"/>
                  <a:pt x="5219502" y="5459909"/>
                  <a:pt x="5198331" y="5470092"/>
                </a:cubicBezTo>
                <a:cubicBezTo>
                  <a:pt x="5181052" y="5469102"/>
                  <a:pt x="5165047" y="5459569"/>
                  <a:pt x="5150428" y="5472506"/>
                </a:cubicBezTo>
                <a:cubicBezTo>
                  <a:pt x="5129562" y="5487248"/>
                  <a:pt x="5088050" y="5445894"/>
                  <a:pt x="5085506" y="5468851"/>
                </a:cubicBezTo>
                <a:cubicBezTo>
                  <a:pt x="5055692" y="5440170"/>
                  <a:pt x="5006122" y="5469577"/>
                  <a:pt x="4968663" y="5470487"/>
                </a:cubicBezTo>
                <a:cubicBezTo>
                  <a:pt x="4947085" y="5444049"/>
                  <a:pt x="4889767" y="5472037"/>
                  <a:pt x="4815623" y="5458622"/>
                </a:cubicBezTo>
                <a:cubicBezTo>
                  <a:pt x="4792418" y="5428488"/>
                  <a:pt x="4765548" y="5449887"/>
                  <a:pt x="4716679" y="5405365"/>
                </a:cubicBezTo>
                <a:cubicBezTo>
                  <a:pt x="4713235" y="5407807"/>
                  <a:pt x="4709266" y="5409883"/>
                  <a:pt x="4704891" y="5411529"/>
                </a:cubicBezTo>
                <a:cubicBezTo>
                  <a:pt x="4679473" y="5421092"/>
                  <a:pt x="4646164" y="5414379"/>
                  <a:pt x="4630496" y="5396532"/>
                </a:cubicBezTo>
                <a:cubicBezTo>
                  <a:pt x="4590205" y="5365061"/>
                  <a:pt x="4548419" y="5412094"/>
                  <a:pt x="4506964" y="5396685"/>
                </a:cubicBezTo>
                <a:lnTo>
                  <a:pt x="4427135" y="5358585"/>
                </a:lnTo>
                <a:cubicBezTo>
                  <a:pt x="4319267" y="5308575"/>
                  <a:pt x="4152341" y="5340956"/>
                  <a:pt x="4028338" y="5313494"/>
                </a:cubicBezTo>
                <a:lnTo>
                  <a:pt x="4015367" y="5320766"/>
                </a:lnTo>
                <a:lnTo>
                  <a:pt x="4002837" y="5322294"/>
                </a:lnTo>
                <a:lnTo>
                  <a:pt x="3997650" y="5329513"/>
                </a:lnTo>
                <a:lnTo>
                  <a:pt x="3991991" y="5331908"/>
                </a:lnTo>
                <a:cubicBezTo>
                  <a:pt x="3969659" y="5338581"/>
                  <a:pt x="3978880" y="5316131"/>
                  <a:pt x="3925210" y="5319395"/>
                </a:cubicBezTo>
                <a:cubicBezTo>
                  <a:pt x="3947765" y="5277139"/>
                  <a:pt x="3837331" y="5338342"/>
                  <a:pt x="3837014" y="5289023"/>
                </a:cubicBezTo>
                <a:cubicBezTo>
                  <a:pt x="3824001" y="5291376"/>
                  <a:pt x="3811407" y="5295212"/>
                  <a:pt x="3798765" y="5299431"/>
                </a:cubicBezTo>
                <a:lnTo>
                  <a:pt x="3792144" y="5301616"/>
                </a:lnTo>
                <a:lnTo>
                  <a:pt x="3766249" y="5301869"/>
                </a:lnTo>
                <a:lnTo>
                  <a:pt x="3718651" y="5320541"/>
                </a:lnTo>
                <a:cubicBezTo>
                  <a:pt x="3703968" y="5321892"/>
                  <a:pt x="3688308" y="5321427"/>
                  <a:pt x="3671207" y="5318046"/>
                </a:cubicBezTo>
                <a:cubicBezTo>
                  <a:pt x="3616458" y="5288532"/>
                  <a:pt x="3514048" y="5333307"/>
                  <a:pt x="3446863" y="5294348"/>
                </a:cubicBezTo>
                <a:cubicBezTo>
                  <a:pt x="3420930" y="5283822"/>
                  <a:pt x="3333157" y="5274511"/>
                  <a:pt x="3312000" y="5286923"/>
                </a:cubicBezTo>
                <a:cubicBezTo>
                  <a:pt x="3292759" y="5287903"/>
                  <a:pt x="3273112" y="5280334"/>
                  <a:pt x="3259756" y="5294712"/>
                </a:cubicBezTo>
                <a:cubicBezTo>
                  <a:pt x="3239905" y="5311572"/>
                  <a:pt x="3185410" y="5275588"/>
                  <a:pt x="3187481" y="5298457"/>
                </a:cubicBezTo>
                <a:cubicBezTo>
                  <a:pt x="3168018" y="5286036"/>
                  <a:pt x="3146200" y="5288458"/>
                  <a:pt x="3124115" y="5294626"/>
                </a:cubicBezTo>
                <a:lnTo>
                  <a:pt x="3099907" y="5302443"/>
                </a:lnTo>
                <a:lnTo>
                  <a:pt x="3017494" y="5301439"/>
                </a:lnTo>
                <a:lnTo>
                  <a:pt x="3010848" y="5307225"/>
                </a:lnTo>
                <a:lnTo>
                  <a:pt x="2994286" y="5309060"/>
                </a:lnTo>
                <a:lnTo>
                  <a:pt x="2988160" y="5310041"/>
                </a:lnTo>
                <a:lnTo>
                  <a:pt x="2984260" y="5307528"/>
                </a:lnTo>
                <a:cubicBezTo>
                  <a:pt x="2981957" y="5306419"/>
                  <a:pt x="2980273" y="5306402"/>
                  <a:pt x="2979127" y="5308389"/>
                </a:cubicBezTo>
                <a:cubicBezTo>
                  <a:pt x="2978971" y="5309447"/>
                  <a:pt x="2978816" y="5310505"/>
                  <a:pt x="2978660" y="5311563"/>
                </a:cubicBezTo>
                <a:lnTo>
                  <a:pt x="2946326" y="5316745"/>
                </a:lnTo>
                <a:lnTo>
                  <a:pt x="2713134" y="5331381"/>
                </a:lnTo>
                <a:cubicBezTo>
                  <a:pt x="2610698" y="5372328"/>
                  <a:pt x="2466037" y="5325762"/>
                  <a:pt x="2352072" y="5342761"/>
                </a:cubicBezTo>
                <a:cubicBezTo>
                  <a:pt x="2293501" y="5293708"/>
                  <a:pt x="2324138" y="5338538"/>
                  <a:pt x="2260922" y="5328122"/>
                </a:cubicBezTo>
                <a:cubicBezTo>
                  <a:pt x="2275681" y="5372347"/>
                  <a:pt x="2185007" y="5301703"/>
                  <a:pt x="2178497" y="5351065"/>
                </a:cubicBezTo>
                <a:cubicBezTo>
                  <a:pt x="2133294" y="5337229"/>
                  <a:pt x="2097074" y="5300208"/>
                  <a:pt x="2034408" y="5307958"/>
                </a:cubicBezTo>
                <a:cubicBezTo>
                  <a:pt x="1981894" y="5332879"/>
                  <a:pt x="1896288" y="5279365"/>
                  <a:pt x="1831505" y="5312691"/>
                </a:cubicBezTo>
                <a:cubicBezTo>
                  <a:pt x="1807063" y="5321035"/>
                  <a:pt x="1727674" y="5322925"/>
                  <a:pt x="1710387" y="5308705"/>
                </a:cubicBezTo>
                <a:cubicBezTo>
                  <a:pt x="1693367" y="5306094"/>
                  <a:pt x="1674901" y="5312009"/>
                  <a:pt x="1664816" y="5296479"/>
                </a:cubicBezTo>
                <a:cubicBezTo>
                  <a:pt x="1649255" y="5277912"/>
                  <a:pt x="1596152" y="5309335"/>
                  <a:pt x="1600883" y="5286607"/>
                </a:cubicBezTo>
                <a:cubicBezTo>
                  <a:pt x="1563066" y="5308189"/>
                  <a:pt x="1524339" y="5269513"/>
                  <a:pt x="1488397" y="5260898"/>
                </a:cubicBezTo>
                <a:cubicBezTo>
                  <a:pt x="1459246" y="5282011"/>
                  <a:pt x="1412580" y="5243108"/>
                  <a:pt x="1336670" y="5240770"/>
                </a:cubicBezTo>
                <a:cubicBezTo>
                  <a:pt x="1304792" y="5265122"/>
                  <a:pt x="1285508" y="5238878"/>
                  <a:pt x="1224297" y="5271845"/>
                </a:cubicBezTo>
                <a:cubicBezTo>
                  <a:pt x="1221731" y="5268771"/>
                  <a:pt x="1218543" y="5265944"/>
                  <a:pt x="1214830" y="5263450"/>
                </a:cubicBezTo>
                <a:cubicBezTo>
                  <a:pt x="1193241" y="5248952"/>
                  <a:pt x="1158925" y="5248567"/>
                  <a:pt x="1138181" y="5262590"/>
                </a:cubicBezTo>
                <a:lnTo>
                  <a:pt x="943575" y="5290808"/>
                </a:lnTo>
                <a:cubicBezTo>
                  <a:pt x="823587" y="5316899"/>
                  <a:pt x="658340" y="5217603"/>
                  <a:pt x="529813" y="5218555"/>
                </a:cubicBezTo>
                <a:lnTo>
                  <a:pt x="519546" y="5208845"/>
                </a:lnTo>
                <a:lnTo>
                  <a:pt x="507906" y="5204779"/>
                </a:lnTo>
                <a:lnTo>
                  <a:pt x="505153" y="5196726"/>
                </a:lnTo>
                <a:lnTo>
                  <a:pt x="500429" y="5193241"/>
                </a:lnTo>
                <a:cubicBezTo>
                  <a:pt x="480923" y="5182176"/>
                  <a:pt x="482807" y="5205793"/>
                  <a:pt x="431923" y="5191553"/>
                </a:cubicBezTo>
                <a:cubicBezTo>
                  <a:pt x="440499" y="5237077"/>
                  <a:pt x="352872" y="5155083"/>
                  <a:pt x="337115" y="5202714"/>
                </a:cubicBezTo>
                <a:cubicBezTo>
                  <a:pt x="325265" y="5197752"/>
                  <a:pt x="314288" y="5191441"/>
                  <a:pt x="303383" y="5184750"/>
                </a:cubicBezTo>
                <a:lnTo>
                  <a:pt x="297664" y="5181269"/>
                </a:lnTo>
                <a:lnTo>
                  <a:pt x="272701" y="5175678"/>
                </a:lnTo>
                <a:lnTo>
                  <a:pt x="268242" y="5163678"/>
                </a:lnTo>
                <a:lnTo>
                  <a:pt x="232517" y="5147792"/>
                </a:lnTo>
                <a:cubicBezTo>
                  <a:pt x="218741" y="5143453"/>
                  <a:pt x="203450" y="5140668"/>
                  <a:pt x="185851" y="5140408"/>
                </a:cubicBezTo>
                <a:cubicBezTo>
                  <a:pt x="139207" y="5153337"/>
                  <a:pt x="79723" y="5120316"/>
                  <a:pt x="20337" y="5113040"/>
                </a:cubicBezTo>
                <a:lnTo>
                  <a:pt x="0" y="5112243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517857-B887-0976-C87B-AF7A30185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259" y="1079274"/>
            <a:ext cx="5372101" cy="4699449"/>
          </a:xfrm>
        </p:spPr>
        <p:txBody>
          <a:bodyPr anchor="ctr">
            <a:normAutofit fontScale="92500" lnSpcReduction="10000"/>
          </a:bodyPr>
          <a:lstStyle/>
          <a:p>
            <a:pPr>
              <a:spcAft>
                <a:spcPts val="1200"/>
              </a:spcAft>
              <a:buNone/>
            </a:pPr>
            <a:r>
              <a:rPr lang="ru-RU" sz="1900" b="0" i="0" dirty="0">
                <a:effectLst/>
                <a:latin typeface="Aptos Light" panose="020B0004020202020204" pitchFamily="34" charset="0"/>
              </a:rPr>
              <a:t>Социальный эффект:</a:t>
            </a:r>
            <a:br>
              <a:rPr lang="ru-RU" sz="1900" b="0" i="0" dirty="0">
                <a:effectLst/>
                <a:latin typeface="Aptos Light" panose="020B0004020202020204" pitchFamily="34" charset="0"/>
              </a:rPr>
            </a:br>
            <a:r>
              <a:rPr lang="ru-RU" sz="1900" b="0" i="0" dirty="0">
                <a:effectLst/>
                <a:latin typeface="Aptos Light" panose="020B0004020202020204" pitchFamily="34" charset="0"/>
              </a:rPr>
              <a:t>• Вовлечение массового пользователя в решение экологических проблем</a:t>
            </a:r>
            <a:br>
              <a:rPr lang="ru-RU" sz="1900" b="0" i="0" dirty="0">
                <a:effectLst/>
                <a:latin typeface="Aptos Light" panose="020B0004020202020204" pitchFamily="34" charset="0"/>
              </a:rPr>
            </a:br>
            <a:r>
              <a:rPr lang="ru-RU" sz="1900" b="0" i="0" dirty="0">
                <a:effectLst/>
                <a:latin typeface="Aptos Light" panose="020B0004020202020204" pitchFamily="34" charset="0"/>
              </a:rPr>
              <a:t>• Формирование культуры ответственного инвестирования</a:t>
            </a:r>
            <a:br>
              <a:rPr lang="ru-RU" sz="1900" b="0" i="0" dirty="0">
                <a:effectLst/>
                <a:latin typeface="Aptos Light" panose="020B0004020202020204" pitchFamily="34" charset="0"/>
              </a:rPr>
            </a:br>
            <a:r>
              <a:rPr lang="ru-RU" sz="1900" b="0" i="0" dirty="0">
                <a:effectLst/>
                <a:latin typeface="Aptos Light" panose="020B0004020202020204" pitchFamily="34" charset="0"/>
              </a:rPr>
              <a:t>• Создание сообщества единомышленников</a:t>
            </a:r>
          </a:p>
          <a:p>
            <a:pPr>
              <a:spcAft>
                <a:spcPts val="1200"/>
              </a:spcAft>
            </a:pPr>
            <a:r>
              <a:rPr lang="ru-RU" sz="1900" b="0" i="0" dirty="0">
                <a:effectLst/>
                <a:latin typeface="Aptos Light" panose="020B0004020202020204" pitchFamily="34" charset="0"/>
              </a:rPr>
              <a:t>Геймификация:</a:t>
            </a:r>
            <a:br>
              <a:rPr lang="ru-RU" sz="1900" b="0" i="0" dirty="0">
                <a:effectLst/>
                <a:latin typeface="Aptos Light" panose="020B0004020202020204" pitchFamily="34" charset="0"/>
              </a:rPr>
            </a:br>
            <a:r>
              <a:rPr lang="ru-RU" sz="1900" b="0" i="0" dirty="0">
                <a:effectLst/>
                <a:latin typeface="Aptos Light" panose="020B0004020202020204" pitchFamily="34" charset="0"/>
              </a:rPr>
              <a:t>• Система </a:t>
            </a:r>
            <a:r>
              <a:rPr lang="ru-RU" sz="1900" b="0" i="0" dirty="0" err="1">
                <a:effectLst/>
                <a:latin typeface="Aptos Light" panose="020B0004020202020204" pitchFamily="34" charset="0"/>
              </a:rPr>
              <a:t>ачивок</a:t>
            </a:r>
            <a:r>
              <a:rPr lang="ru-RU" sz="1900" b="0" i="0" dirty="0">
                <a:effectLst/>
                <a:latin typeface="Aptos Light" panose="020B0004020202020204" pitchFamily="34" charset="0"/>
              </a:rPr>
              <a:t>: “Спаситель планеты”, “Социальный герой”</a:t>
            </a:r>
            <a:br>
              <a:rPr lang="ru-RU" sz="1900" b="0" i="0" dirty="0">
                <a:effectLst/>
                <a:latin typeface="Aptos Light" panose="020B0004020202020204" pitchFamily="34" charset="0"/>
              </a:rPr>
            </a:br>
            <a:r>
              <a:rPr lang="ru-RU" sz="1900" b="0" i="0" dirty="0">
                <a:effectLst/>
                <a:latin typeface="Aptos Light" panose="020B0004020202020204" pitchFamily="34" charset="0"/>
              </a:rPr>
              <a:t>• Визуализация достижений и влияния на экологию</a:t>
            </a:r>
            <a:br>
              <a:rPr lang="ru-RU" sz="1900" b="0" i="0" dirty="0">
                <a:effectLst/>
                <a:latin typeface="Aptos Light" panose="020B0004020202020204" pitchFamily="34" charset="0"/>
              </a:rPr>
            </a:br>
            <a:r>
              <a:rPr lang="ru-RU" sz="1900" b="0" i="0" dirty="0">
                <a:effectLst/>
                <a:latin typeface="Aptos Light" panose="020B0004020202020204" pitchFamily="34" charset="0"/>
              </a:rPr>
              <a:t>• Конкурентный рейтинг участников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ru-RU" sz="1900" b="0" i="0" dirty="0">
                <a:effectLst/>
                <a:latin typeface="Aptos Light" panose="020B0004020202020204" pitchFamily="34" charset="0"/>
              </a:rPr>
              <a:t>Платформа создает новый формат взаимодействия между инвесторами и ESG-проектами, делая вклад в устойчивое развитие доступным и привлекательным для широкой аудитории.</a:t>
            </a:r>
            <a:endParaRPr lang="ru-RU" sz="1900" dirty="0">
              <a:latin typeface="Aptos Light" panose="020B0004020202020204" pitchFamily="34" charset="0"/>
            </a:endParaRPr>
          </a:p>
          <a:p>
            <a:endParaRPr lang="ru-RU" sz="1100" dirty="0"/>
          </a:p>
        </p:txBody>
      </p:sp>
      <p:sp>
        <p:nvSpPr>
          <p:cNvPr id="1037" name="Rectangle 6">
            <a:extLst>
              <a:ext uri="{FF2B5EF4-FFF2-40B4-BE49-F238E27FC236}">
                <a16:creationId xmlns:a16="http://schemas.microsoft.com/office/drawing/2014/main" id="{F0C518C2-0AA4-470C-87B9-9CBF428F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6434" y="399531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8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A32C95D-0448-0679-A98E-B22026FEF8FD}"/>
              </a:ext>
            </a:extLst>
          </p:cNvPr>
          <p:cNvSpPr txBox="1"/>
          <p:nvPr/>
        </p:nvSpPr>
        <p:spPr>
          <a:xfrm>
            <a:off x="1295400" y="2288833"/>
            <a:ext cx="4800600" cy="3711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hlinkClick r:id="rId2"/>
              </a:rPr>
              <a:t>https://goo.su/D2M24s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en-US" sz="2000" dirty="0" err="1">
                <a:solidFill>
                  <a:schemeClr val="bg1"/>
                </a:solidFill>
              </a:rPr>
              <a:t>Github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hlinkClick r:id="rId3"/>
              </a:rPr>
              <a:t>https://humanhack.dmitryx.ru</a:t>
            </a:r>
            <a:r>
              <a:rPr lang="en-US" sz="2000" dirty="0">
                <a:solidFill>
                  <a:schemeClr val="bg1"/>
                </a:solidFill>
              </a:rPr>
              <a:t> -</a:t>
            </a:r>
            <a:r>
              <a:rPr lang="ru-RU" sz="2000" dirty="0">
                <a:solidFill>
                  <a:schemeClr val="bg1"/>
                </a:solidFill>
              </a:rPr>
              <a:t> сайт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Рисунок 4" descr="Изображение выглядит как шаблон, пиксель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C24CCAA-85C5-66B2-BA4D-E8A08393C4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247" y="369913"/>
            <a:ext cx="2784532" cy="2784532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F4F1558F-09E6-0EEC-D7A6-F0AE47C71CAC}"/>
              </a:ext>
            </a:extLst>
          </p:cNvPr>
          <p:cNvCxnSpPr/>
          <p:nvPr/>
        </p:nvCxnSpPr>
        <p:spPr>
          <a:xfrm>
            <a:off x="-2" y="2026340"/>
            <a:ext cx="6120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BCB91CD6-2235-0E8A-CD26-D20BD8885D8F}"/>
              </a:ext>
            </a:extLst>
          </p:cNvPr>
          <p:cNvCxnSpPr>
            <a:cxnSpLocks/>
          </p:cNvCxnSpPr>
          <p:nvPr/>
        </p:nvCxnSpPr>
        <p:spPr>
          <a:xfrm flipH="1">
            <a:off x="6431603" y="182859"/>
            <a:ext cx="2863" cy="320400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F1533C50-DEB0-A8C0-EB69-42B4DF9BDE1E}"/>
              </a:ext>
            </a:extLst>
          </p:cNvPr>
          <p:cNvCxnSpPr>
            <a:cxnSpLocks/>
          </p:cNvCxnSpPr>
          <p:nvPr/>
        </p:nvCxnSpPr>
        <p:spPr>
          <a:xfrm>
            <a:off x="6416363" y="182859"/>
            <a:ext cx="3996261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86AC575-814D-6F14-B8F1-D56A2C6E72EF}"/>
              </a:ext>
            </a:extLst>
          </p:cNvPr>
          <p:cNvCxnSpPr/>
          <p:nvPr/>
        </p:nvCxnSpPr>
        <p:spPr>
          <a:xfrm>
            <a:off x="10427864" y="182859"/>
            <a:ext cx="0" cy="3177496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68A807C-A59C-54B8-54CA-0F640AE5B789}"/>
              </a:ext>
            </a:extLst>
          </p:cNvPr>
          <p:cNvCxnSpPr/>
          <p:nvPr/>
        </p:nvCxnSpPr>
        <p:spPr>
          <a:xfrm>
            <a:off x="6431603" y="3360355"/>
            <a:ext cx="3996261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2FF13428-9878-8D7D-8A1B-96D32B23E5AB}"/>
              </a:ext>
            </a:extLst>
          </p:cNvPr>
          <p:cNvCxnSpPr/>
          <p:nvPr/>
        </p:nvCxnSpPr>
        <p:spPr>
          <a:xfrm>
            <a:off x="7825071" y="3543213"/>
            <a:ext cx="0" cy="3177496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D79815B1-E594-A7CE-9F19-C2BF874C8068}"/>
              </a:ext>
            </a:extLst>
          </p:cNvPr>
          <p:cNvCxnSpPr/>
          <p:nvPr/>
        </p:nvCxnSpPr>
        <p:spPr>
          <a:xfrm>
            <a:off x="7825071" y="3543213"/>
            <a:ext cx="3996261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7F3E56A9-25F0-BED0-B361-7DC9E77FA6E2}"/>
              </a:ext>
            </a:extLst>
          </p:cNvPr>
          <p:cNvCxnSpPr/>
          <p:nvPr/>
        </p:nvCxnSpPr>
        <p:spPr>
          <a:xfrm>
            <a:off x="11821332" y="3543213"/>
            <a:ext cx="0" cy="3177496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7E901D0C-A907-193A-7D15-275A2EF8108B}"/>
              </a:ext>
            </a:extLst>
          </p:cNvPr>
          <p:cNvCxnSpPr>
            <a:cxnSpLocks/>
          </p:cNvCxnSpPr>
          <p:nvPr/>
        </p:nvCxnSpPr>
        <p:spPr>
          <a:xfrm>
            <a:off x="7802880" y="6720709"/>
            <a:ext cx="403479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922DA71-14D3-EA07-8FD9-DEAE3D7E6A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67181" y="3753871"/>
            <a:ext cx="2756179" cy="275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96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268</Words>
  <Application>Microsoft Office PowerPoint</Application>
  <PresentationFormat>Широкоэкранный</PresentationFormat>
  <Paragraphs>39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Aptos Light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Наш стек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My+Office</dc:creator>
  <cp:lastModifiedBy>My+Office</cp:lastModifiedBy>
  <cp:revision>5</cp:revision>
  <dcterms:created xsi:type="dcterms:W3CDTF">2025-04-13T10:35:39Z</dcterms:created>
  <dcterms:modified xsi:type="dcterms:W3CDTF">2025-05-30T20:10:20Z</dcterms:modified>
</cp:coreProperties>
</file>